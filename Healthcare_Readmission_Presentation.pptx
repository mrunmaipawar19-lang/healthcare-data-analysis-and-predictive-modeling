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Healthcare Data Insights and Predictive Modeling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Predicting Early Hospital Readmission in Diabetic Patients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Healthcare data analysis</a:t>
            </a:r>
          </a:p>
          <a:p>
            <a:pPr>
              <a:defRPr sz="2200"/>
            </a:pPr>
            <a:r>
              <a:t>Predictive modeling for early readmission</a:t>
            </a:r>
          </a:p>
          <a:p>
            <a:pPr>
              <a:defRPr sz="2200"/>
            </a:pPr>
            <a:r>
              <a:t>EDA • preprocessing • imbalance handling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Analyze healthcare patterns</a:t>
            </a:r>
          </a:p>
          <a:p>
            <a:pPr>
              <a:defRPr sz="2200"/>
            </a:pPr>
            <a:r>
              <a:t>Prepare real-world clinical data</a:t>
            </a:r>
          </a:p>
          <a:p>
            <a:pPr>
              <a:defRPr sz="2200"/>
            </a:pPr>
            <a:r>
              <a:t>Build classification models</a:t>
            </a:r>
          </a:p>
          <a:p>
            <a:pPr>
              <a:defRPr sz="2200"/>
            </a:pPr>
            <a:r>
              <a:t>Evaluate predictive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Diabetes 130-US Hospitals, 1999–2008</a:t>
            </a:r>
          </a:p>
          <a:p>
            <a:pPr>
              <a:defRPr sz="2200"/>
            </a:pPr>
            <a:r>
              <a:t>101,766 records</a:t>
            </a:r>
          </a:p>
          <a:p>
            <a:pPr>
              <a:defRPr sz="2200"/>
            </a:pPr>
            <a:r>
              <a:t>47 UCI features</a:t>
            </a:r>
          </a:p>
          <a:p>
            <a:pPr>
              <a:defRPr sz="2200"/>
            </a:pPr>
            <a:r>
              <a:t>Target: readmission within 30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Target distribution</a:t>
            </a:r>
          </a:p>
          <a:p>
            <a:pPr>
              <a:defRPr sz="2200"/>
            </a:pPr>
            <a:r>
              <a:t>Missing-value analysis</a:t>
            </a:r>
          </a:p>
          <a:p>
            <a:pPr>
              <a:defRPr sz="2200"/>
            </a:pPr>
            <a:r>
              <a:t>Patient demographics</a:t>
            </a:r>
          </a:p>
          <a:p>
            <a:pPr>
              <a:defRPr sz="2200"/>
            </a:pPr>
            <a:r>
              <a:t>Clinical and admission-related feature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Missing values → imputation</a:t>
            </a:r>
          </a:p>
          <a:p>
            <a:pPr>
              <a:defRPr sz="2200"/>
            </a:pPr>
            <a:r>
              <a:t>Categorical variables → one-hot encoding</a:t>
            </a:r>
          </a:p>
          <a:p>
            <a:pPr>
              <a:defRPr sz="2200"/>
            </a:pPr>
            <a:r>
              <a:t>Numerical variables → scaling</a:t>
            </a:r>
          </a:p>
          <a:p>
            <a:pPr>
              <a:defRPr sz="2200"/>
            </a:pPr>
            <a:r>
              <a:t>Identifiers excluded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Imbalance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Early readmission is the minority class</a:t>
            </a:r>
          </a:p>
          <a:p>
            <a:pPr>
              <a:defRPr sz="2200"/>
            </a:pPr>
            <a:r>
              <a:t>SMOTE applied only to training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Logistic Regression</a:t>
            </a:r>
          </a:p>
          <a:p>
            <a:pPr>
              <a:defRPr sz="2200"/>
            </a:pPr>
            <a:r>
              <a:t>Random Forest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Accuracy</a:t>
            </a:r>
          </a:p>
          <a:p>
            <a:pPr>
              <a:defRPr sz="2200"/>
            </a:pPr>
            <a:r>
              <a:t>Precision</a:t>
            </a:r>
          </a:p>
          <a:p>
            <a:pPr>
              <a:defRPr sz="2200"/>
            </a:pPr>
            <a:r>
              <a:t>Recall</a:t>
            </a:r>
          </a:p>
          <a:p>
            <a:pPr>
              <a:defRPr sz="2200"/>
            </a:pPr>
            <a:r>
              <a:t>F1-score</a:t>
            </a:r>
          </a:p>
          <a:p>
            <a:pPr>
              <a:defRPr sz="2200"/>
            </a:pPr>
            <a:r>
              <a:t>ROC-AUC</a:t>
            </a:r>
          </a:p>
          <a:p>
            <a:pPr>
              <a:defRPr sz="2200"/>
            </a:pPr>
            <a:r>
              <a:t>Confusion Matrix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Compare models using generated results</a:t>
            </a:r>
          </a:p>
          <a:p>
            <a:pPr>
              <a:defRPr sz="2200"/>
            </a:pPr>
            <a:r>
              <a:t>Prioritize clinically meaningful metrics</a:t>
            </a:r>
          </a:p>
          <a:p>
            <a:pPr>
              <a:defRPr sz="2200"/>
            </a:pPr>
            <a:r>
              <a:t>Historical dataset and model limitations</a:t>
            </a:r>
          </a:p>
          <a:p>
            <a:pPr>
              <a:defRPr sz="2200"/>
            </a:pPr>
            <a:r>
              <a:t>Not a clinical diagnostic tool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